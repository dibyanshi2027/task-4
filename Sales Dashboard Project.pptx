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34615" autoAdjust="0"/>
    <p:restoredTop sz="86394" autoAdjust="0"/>
  </p:normalViewPr>
  <p:slideViewPr>
    <p:cSldViewPr>
      <p:cViewPr varScale="1">
        <p:scale>
          <a:sx n="84" d="100"/>
          <a:sy n="84" d="100"/>
        </p:scale>
        <p:origin x="-71" y="-1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611-9CC2-4739-8DCF-DE8A689E7E8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1935-7F45-465B-96D4-15DDF5555A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446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611-9CC2-4739-8DCF-DE8A689E7E8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1935-7F45-465B-96D4-15DDF5555A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868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611-9CC2-4739-8DCF-DE8A689E7E8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1935-7F45-465B-96D4-15DDF5555A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897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611-9CC2-4739-8DCF-DE8A689E7E8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1935-7F45-465B-96D4-15DDF5555A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814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611-9CC2-4739-8DCF-DE8A689E7E8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1935-7F45-465B-96D4-15DDF5555A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604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611-9CC2-4739-8DCF-DE8A689E7E8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1935-7F45-465B-96D4-15DDF5555A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732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611-9CC2-4739-8DCF-DE8A689E7E8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1935-7F45-465B-96D4-15DDF5555A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892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611-9CC2-4739-8DCF-DE8A689E7E8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1935-7F45-465B-96D4-15DDF5555A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106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611-9CC2-4739-8DCF-DE8A689E7E8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1935-7F45-465B-96D4-15DDF5555A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326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611-9CC2-4739-8DCF-DE8A689E7E8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1935-7F45-465B-96D4-15DDF5555A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84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F611-9CC2-4739-8DCF-DE8A689E7E8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1935-7F45-465B-96D4-15DDF5555A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2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9F611-9CC2-4739-8DCF-DE8A689E7E8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21935-7F45-465B-96D4-15DDF5555A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449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Sales Dashboard Project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Data Analyst Internship – Task 4</a:t>
            </a:r>
          </a:p>
          <a:p>
            <a:r>
              <a:rPr lang="en-GB" dirty="0" err="1" smtClean="0"/>
              <a:t>Dibyanshi</a:t>
            </a:r>
            <a:r>
              <a:rPr lang="en-GB" dirty="0" smtClean="0"/>
              <a:t> </a:t>
            </a:r>
            <a:r>
              <a:rPr lang="en-GB" dirty="0" err="1" smtClean="0"/>
              <a:t>Rath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0971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Objective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q"/>
            </a:pPr>
            <a:r>
              <a:rPr lang="en-GB" dirty="0" smtClean="0"/>
              <a:t>To design an interactive dashboard for business stakeholders.</a:t>
            </a:r>
          </a:p>
          <a:p>
            <a:pPr algn="just">
              <a:buFont typeface="Wingdings" pitchFamily="2" charset="2"/>
              <a:buChar char="q"/>
            </a:pPr>
            <a:r>
              <a:rPr lang="en-GB" dirty="0" smtClean="0"/>
              <a:t> To </a:t>
            </a:r>
            <a:r>
              <a:rPr lang="en-GB" dirty="0" err="1" smtClean="0"/>
              <a:t>analyze</a:t>
            </a:r>
            <a:r>
              <a:rPr lang="en-GB" dirty="0" smtClean="0"/>
              <a:t> sales and profit performance .</a:t>
            </a:r>
          </a:p>
          <a:p>
            <a:pPr algn="just">
              <a:buFont typeface="Wingdings" pitchFamily="2" charset="2"/>
              <a:buChar char="q"/>
            </a:pPr>
            <a:r>
              <a:rPr lang="en-GB" dirty="0" smtClean="0"/>
              <a:t>To present insights in a visual and easy-to-understand way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8552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Dataset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Dataset Type: Sales Data Fields Used: Date </a:t>
            </a:r>
          </a:p>
          <a:p>
            <a:r>
              <a:rPr lang="en-GB" dirty="0" smtClean="0"/>
              <a:t>Region </a:t>
            </a:r>
          </a:p>
          <a:p>
            <a:r>
              <a:rPr lang="en-GB" dirty="0" smtClean="0"/>
              <a:t>Category </a:t>
            </a:r>
          </a:p>
          <a:p>
            <a:r>
              <a:rPr lang="en-GB" dirty="0" smtClean="0"/>
              <a:t>Sales </a:t>
            </a:r>
          </a:p>
          <a:p>
            <a:r>
              <a:rPr lang="en-GB" dirty="0" smtClean="0"/>
              <a:t>Profit </a:t>
            </a:r>
          </a:p>
          <a:p>
            <a:r>
              <a:rPr lang="en-GB" dirty="0" smtClean="0"/>
              <a:t>Source: </a:t>
            </a:r>
            <a:r>
              <a:rPr lang="en-GB" dirty="0" err="1" smtClean="0"/>
              <a:t>Kaggle</a:t>
            </a:r>
            <a:r>
              <a:rPr lang="en-GB" dirty="0" smtClean="0"/>
              <a:t> / Sample dataset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4396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Tools Used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Power BI (for dashboard creation).</a:t>
            </a:r>
          </a:p>
          <a:p>
            <a:r>
              <a:rPr lang="en-GB" dirty="0" smtClean="0"/>
              <a:t> CSV Dataset.</a:t>
            </a:r>
          </a:p>
          <a:p>
            <a:r>
              <a:rPr lang="en-GB" dirty="0" smtClean="0"/>
              <a:t> Basic Data Visualization Techniques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4099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Dashboard Features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Sales trend analysis using charts </a:t>
            </a:r>
          </a:p>
          <a:p>
            <a:r>
              <a:rPr lang="en-GB" dirty="0" smtClean="0"/>
              <a:t>Profit analysis by category </a:t>
            </a:r>
          </a:p>
          <a:p>
            <a:r>
              <a:rPr lang="en-GB" dirty="0" smtClean="0"/>
              <a:t>Region-wise sales comparison </a:t>
            </a:r>
          </a:p>
          <a:p>
            <a:r>
              <a:rPr lang="en-GB" dirty="0" smtClean="0"/>
              <a:t>Interactive filters (slicers) for Region and Date </a:t>
            </a:r>
          </a:p>
          <a:p>
            <a:r>
              <a:rPr lang="en-GB" dirty="0" smtClean="0"/>
              <a:t>KPI cards showing total Sales and Profit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4549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Dashboard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113" y="1600200"/>
            <a:ext cx="7341773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8585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Insights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Sales vary across different regions.</a:t>
            </a:r>
          </a:p>
          <a:p>
            <a:r>
              <a:rPr lang="en-GB" dirty="0" smtClean="0"/>
              <a:t> Some categories generate higher profit than others.</a:t>
            </a:r>
          </a:p>
          <a:p>
            <a:r>
              <a:rPr lang="en-GB" dirty="0" smtClean="0"/>
              <a:t> Dashboard helps in quick decision-making.</a:t>
            </a:r>
          </a:p>
          <a:p>
            <a:r>
              <a:rPr lang="en-GB" dirty="0" smtClean="0"/>
              <a:t> Interactive filters allow better data exploration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8022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Dashboard provides clear </a:t>
            </a:r>
            <a:r>
              <a:rPr lang="en-GB" smtClean="0"/>
              <a:t>business insights. </a:t>
            </a:r>
            <a:endParaRPr lang="en-GB" dirty="0" smtClean="0"/>
          </a:p>
          <a:p>
            <a:r>
              <a:rPr lang="en-GB" dirty="0" smtClean="0"/>
              <a:t>Helps stakeholders understand performance quickly. </a:t>
            </a:r>
          </a:p>
          <a:p>
            <a:r>
              <a:rPr lang="en-GB" dirty="0" smtClean="0"/>
              <a:t>Improves decision-making using visual data </a:t>
            </a:r>
            <a:r>
              <a:rPr lang="en-IN" dirty="0" smtClean="0"/>
              <a:t>.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33101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148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Sales Dashboard Project</vt:lpstr>
      <vt:lpstr>Objective</vt:lpstr>
      <vt:lpstr>Dataset</vt:lpstr>
      <vt:lpstr>Tools Used</vt:lpstr>
      <vt:lpstr>Dashboard Features</vt:lpstr>
      <vt:lpstr>Dashboard</vt:lpstr>
      <vt:lpstr>Insights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Dashboard Project</dc:title>
  <dc:creator>HP</dc:creator>
  <cp:lastModifiedBy>HP</cp:lastModifiedBy>
  <cp:revision>1</cp:revision>
  <dcterms:created xsi:type="dcterms:W3CDTF">2026-04-15T05:39:54Z</dcterms:created>
  <dcterms:modified xsi:type="dcterms:W3CDTF">2026-04-15T05:48:31Z</dcterms:modified>
</cp:coreProperties>
</file>